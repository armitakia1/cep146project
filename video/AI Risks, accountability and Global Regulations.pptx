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58"/>
  </p:normalViewPr>
  <p:slideViewPr>
    <p:cSldViewPr snapToGrid="0">
      <p:cViewPr varScale="1">
        <p:scale>
          <a:sx n="68" d="100"/>
          <a:sy n="68" d="100"/>
        </p:scale>
        <p:origin x="216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DDAD-3828-6396-5D9E-D2D19568FC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8000" b="1"/>
              <a:t>Artificial Intelligence</a:t>
            </a:r>
            <a:endParaRPr lang="en-US" sz="8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B15CE-D506-A01A-B0EF-03BA25EA1A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CA" sz="3200" b="1"/>
              <a:t>Risks, Accountability, and Global Regulation</a:t>
            </a:r>
            <a:endParaRPr lang="en-US" sz="3200"/>
          </a:p>
        </p:txBody>
      </p:sp>
      <p:pic>
        <p:nvPicPr>
          <p:cNvPr id="4" name="Audio Recording Oct 21, 2026 at 4:53:48 AM">
            <a:hlinkClick r:id="" action="ppaction://media"/>
            <a:extLst>
              <a:ext uri="{FF2B5EF4-FFF2-40B4-BE49-F238E27FC236}">
                <a16:creationId xmlns:a16="http://schemas.microsoft.com/office/drawing/2014/main" id="{D545A7AC-54C6-7146-27E5-0E190E4763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4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9094-7E06-5F28-3D28-AD3F0FAD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69D13-2AF7-23B2-22E2-B0BA0CFBB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Sepanta Jazdarrehe / ID # 112488267 /  sjazdareh</a:t>
            </a:r>
          </a:p>
          <a:p>
            <a:pPr lvl="0"/>
            <a:r>
              <a:rPr lang="en-CA"/>
              <a:t>Armita Kiashemshaki / ID # 039751144 / akiashemshaki</a:t>
            </a:r>
          </a:p>
          <a:p>
            <a:pPr lvl="0"/>
            <a:r>
              <a:rPr lang="en-CA"/>
              <a:t>Merveille Solène Socko Damba / ID # 116470261 / mssocko-damba</a:t>
            </a:r>
          </a:p>
          <a:p>
            <a:pPr lvl="0"/>
            <a:r>
              <a:rPr lang="en-CA"/>
              <a:t>Natalia Rodriguez Bogota / ID # 113986269 / Rodriguez-bogota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25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F313-B230-7B58-08CD-2A120CB3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3200" b="1"/>
              <a:t>Introduction</a:t>
            </a:r>
            <a:br>
              <a:rPr lang="en-CA" sz="3200"/>
            </a:b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57E38-B330-A586-14A3-9B3804F39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3200"/>
              <a:t>AI Autonomy </a:t>
            </a:r>
          </a:p>
          <a:p>
            <a:r>
              <a:rPr lang="en-CA" sz="3200"/>
              <a:t>Cybersecurity </a:t>
            </a:r>
          </a:p>
          <a:p>
            <a:r>
              <a:rPr lang="en-CA" sz="3200"/>
              <a:t>Legal Responsibility </a:t>
            </a:r>
          </a:p>
          <a:p>
            <a:r>
              <a:rPr lang="en-CA" sz="3200"/>
              <a:t>Government Regulation</a:t>
            </a:r>
          </a:p>
          <a:p>
            <a:endParaRPr lang="en-US"/>
          </a:p>
        </p:txBody>
      </p:sp>
      <p:pic>
        <p:nvPicPr>
          <p:cNvPr id="4" name="Audio Recording Oct 21, 2026 at 5:22:00 AM">
            <a:hlinkClick r:id="" action="ppaction://media"/>
            <a:extLst>
              <a:ext uri="{FF2B5EF4-FFF2-40B4-BE49-F238E27FC236}">
                <a16:creationId xmlns:a16="http://schemas.microsoft.com/office/drawing/2014/main" id="{ED560B19-E8AE-72BB-D5AA-10C0B21C02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3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1876-A9F7-D11D-D7BC-A9EF2691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888" y="2409581"/>
            <a:ext cx="5490224" cy="1689390"/>
          </a:xfrm>
        </p:spPr>
        <p:txBody>
          <a:bodyPr>
            <a:normAutofit/>
          </a:bodyPr>
          <a:lstStyle/>
          <a:p>
            <a:r>
              <a:rPr lang="en-CA" b="1"/>
              <a:t>Evolution of U.S. AI Regulation</a:t>
            </a:r>
            <a:endParaRPr lang="en-US"/>
          </a:p>
        </p:txBody>
      </p:sp>
      <p:pic>
        <p:nvPicPr>
          <p:cNvPr id="4" name="Audio Recording Oct 21, 2026 at 4:54:21 AM">
            <a:hlinkClick r:id="" action="ppaction://media"/>
            <a:extLst>
              <a:ext uri="{FF2B5EF4-FFF2-40B4-BE49-F238E27FC236}">
                <a16:creationId xmlns:a16="http://schemas.microsoft.com/office/drawing/2014/main" id="{5C9C8320-EF5B-8A64-5266-821A7971BB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5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480E2-A26C-224E-65D6-EF28D679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Evolution of U.S. AI Regulation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2CFCB-493E-85FC-4318-A50D9BAB7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2567809" cy="2382651"/>
          </a:xfrm>
        </p:spPr>
        <p:txBody>
          <a:bodyPr/>
          <a:lstStyle/>
          <a:p>
            <a:pPr marL="0" indent="0">
              <a:buNone/>
            </a:pPr>
            <a:r>
              <a:rPr lang="en-CA" b="1"/>
              <a:t>Obama (2016)</a:t>
            </a:r>
            <a:endParaRPr lang="en-CA"/>
          </a:p>
          <a:p>
            <a:r>
              <a:rPr lang="en-CA"/>
              <a:t>Early federal research and preparation for AI opportunities and risks.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D6834-C8C2-14D6-4A10-E8F5CAB73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2567809" cy="2110452"/>
          </a:xfrm>
        </p:spPr>
        <p:txBody>
          <a:bodyPr/>
          <a:lstStyle/>
          <a:p>
            <a:pPr marL="0" indent="0">
              <a:buNone/>
            </a:pPr>
            <a:r>
              <a:rPr lang="en-CA" b="1"/>
              <a:t>Biden (2021–2025)</a:t>
            </a:r>
            <a:endParaRPr lang="en-CA"/>
          </a:p>
          <a:p>
            <a:r>
              <a:rPr lang="en-CA"/>
              <a:t>Greater emphasis on AI safety, civil rights, and accountability.</a:t>
            </a:r>
          </a:p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6869F15-0761-5ADC-D64B-D5E6B4C20CA3}"/>
              </a:ext>
            </a:extLst>
          </p:cNvPr>
          <p:cNvSpPr txBox="1">
            <a:spLocks/>
          </p:cNvSpPr>
          <p:nvPr/>
        </p:nvSpPr>
        <p:spPr>
          <a:xfrm>
            <a:off x="8386970" y="3581400"/>
            <a:ext cx="2567809" cy="21104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b="1"/>
              <a:t>Trump (2025–present)</a:t>
            </a:r>
            <a:endParaRPr lang="en-CA"/>
          </a:p>
          <a:p>
            <a:r>
              <a:rPr lang="en-CA"/>
              <a:t>Reducing regulatory barriers to accelerate AI development.</a:t>
            </a:r>
          </a:p>
          <a:p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4C17A7-9CE3-298A-C407-EE9ADDFDEB5B}"/>
              </a:ext>
            </a:extLst>
          </p:cNvPr>
          <p:cNvSpPr txBox="1">
            <a:spLocks/>
          </p:cNvSpPr>
          <p:nvPr/>
        </p:nvSpPr>
        <p:spPr>
          <a:xfrm>
            <a:off x="8386969" y="803186"/>
            <a:ext cx="2567809" cy="2382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b="1"/>
              <a:t>Trump (2017–2021)</a:t>
            </a:r>
            <a:endParaRPr lang="en-CA"/>
          </a:p>
          <a:p>
            <a:r>
              <a:rPr lang="en-CA"/>
              <a:t>American AI Initiative focused on innovation and U.S. leadership.</a:t>
            </a:r>
          </a:p>
        </p:txBody>
      </p:sp>
      <p:pic>
        <p:nvPicPr>
          <p:cNvPr id="10" name="Audio Recording Oct 21, 2026 at 4:56:29 AM">
            <a:hlinkClick r:id="" action="ppaction://media"/>
            <a:extLst>
              <a:ext uri="{FF2B5EF4-FFF2-40B4-BE49-F238E27FC236}">
                <a16:creationId xmlns:a16="http://schemas.microsoft.com/office/drawing/2014/main" id="{D38DCDEA-48B3-2627-ABF5-18F5A6DF0B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4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823-CB98-8271-F585-18324734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The AI Regulation Debate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FBB31-67A5-B3A5-012E-462B38A1B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/>
              <a:t>Fewer Restrictions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A00CA-5374-C00C-8FA2-F521FF93D2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Encourages innovation.</a:t>
            </a:r>
          </a:p>
          <a:p>
            <a:r>
              <a:rPr lang="en-US"/>
              <a:t>Supports economic growth.</a:t>
            </a:r>
          </a:p>
          <a:p>
            <a:r>
              <a:rPr lang="en-US"/>
              <a:t>Promotes competitiveness.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44589-DE8D-01BD-78AA-F3DA184B3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b="1"/>
              <a:t>Stronger Safeguards</a:t>
            </a:r>
            <a:endParaRPr lang="en-C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9770E-7ACA-D02E-5474-62A7FD24911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Protects privacy.</a:t>
            </a:r>
          </a:p>
          <a:p>
            <a:r>
              <a:rPr lang="en-US"/>
              <a:t>Improves accountability.</a:t>
            </a:r>
          </a:p>
          <a:p>
            <a:r>
              <a:rPr lang="en-US"/>
              <a:t>Addresses safety risks.</a:t>
            </a:r>
          </a:p>
        </p:txBody>
      </p:sp>
      <p:pic>
        <p:nvPicPr>
          <p:cNvPr id="7" name="Audio Recording Oct 21, 2026 at 4:57:51 AM">
            <a:hlinkClick r:id="" action="ppaction://media"/>
            <a:extLst>
              <a:ext uri="{FF2B5EF4-FFF2-40B4-BE49-F238E27FC236}">
                <a16:creationId xmlns:a16="http://schemas.microsoft.com/office/drawing/2014/main" id="{EDC660FE-5FDF-17B0-CB22-82C1639E33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0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22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FAD3-DE39-2758-0C67-B1A4A7C7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C1AB0C-562E-036F-EF24-97C97919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Autonomous decision-making and cybersecurity risks</a:t>
            </a:r>
            <a:br>
              <a:rPr lang="en-CA"/>
            </a:br>
            <a:endParaRPr lang="en-CA"/>
          </a:p>
          <a:p>
            <a:r>
              <a:rPr lang="en-CA"/>
              <a:t> Legal responsibility and accountability</a:t>
            </a:r>
            <a:br>
              <a:rPr lang="en-CA"/>
            </a:br>
            <a:endParaRPr lang="en-CA"/>
          </a:p>
          <a:p>
            <a:r>
              <a:rPr lang="en-CA"/>
              <a:t>Different regulatory approaches worldwide</a:t>
            </a:r>
            <a:br>
              <a:rPr lang="en-CA"/>
            </a:br>
            <a:endParaRPr lang="en-CA"/>
          </a:p>
          <a:p>
            <a:r>
              <a:rPr lang="en-CA"/>
              <a:t>Balancing innovation with public safety</a:t>
            </a:r>
          </a:p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24B8DC3-7932-D753-1354-5E0909DFF810}"/>
              </a:ext>
            </a:extLst>
          </p:cNvPr>
          <p:cNvSpPr txBox="1">
            <a:spLocks/>
          </p:cNvSpPr>
          <p:nvPr/>
        </p:nvSpPr>
        <p:spPr>
          <a:xfrm>
            <a:off x="885443" y="3905250"/>
            <a:ext cx="3498979" cy="9139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CA">
                <a:solidFill>
                  <a:schemeClr val="bg1"/>
                </a:solidFill>
              </a:rPr>
              <a:t>Key Challenges in AI Governance</a:t>
            </a:r>
          </a:p>
        </p:txBody>
      </p:sp>
      <p:pic>
        <p:nvPicPr>
          <p:cNvPr id="11" name="Audio Recording Oct 21, 2026 at 5:25:35 AM">
            <a:hlinkClick r:id="" action="ppaction://media"/>
            <a:extLst>
              <a:ext uri="{FF2B5EF4-FFF2-40B4-BE49-F238E27FC236}">
                <a16:creationId xmlns:a16="http://schemas.microsoft.com/office/drawing/2014/main" id="{57F1D11B-3546-8B40-3195-6145599EF3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022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1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07916A-24D0-30B1-DE26-0B39A2B7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D54FC6-21B9-E3CC-ECB1-80B7830D58AF}"/>
              </a:ext>
            </a:extLst>
          </p:cNvPr>
          <p:cNvSpPr txBox="1">
            <a:spLocks/>
          </p:cNvSpPr>
          <p:nvPr/>
        </p:nvSpPr>
        <p:spPr>
          <a:xfrm>
            <a:off x="7029450" y="803186"/>
            <a:ext cx="4370870" cy="524862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• Autonomous decision-making and cybersecurity risks</a:t>
            </a:r>
          </a:p>
          <a:p>
            <a:br>
              <a:rPr lang="en-CA"/>
            </a:br>
            <a:endParaRPr lang="en-CA"/>
          </a:p>
          <a:p>
            <a:r>
              <a:rPr lang="en-CA"/>
              <a:t>• Legal responsibility and accountability</a:t>
            </a:r>
          </a:p>
          <a:p>
            <a:br>
              <a:rPr lang="en-CA"/>
            </a:br>
            <a:endParaRPr lang="en-CA"/>
          </a:p>
          <a:p>
            <a:r>
              <a:rPr lang="en-CA"/>
              <a:t>• Different regulatory approaches worldwide</a:t>
            </a:r>
          </a:p>
          <a:p>
            <a:br>
              <a:rPr lang="en-CA"/>
            </a:br>
            <a:endParaRPr lang="en-CA"/>
          </a:p>
          <a:p>
            <a:r>
              <a:rPr lang="en-CA"/>
              <a:t>• Balancing innovation with public safety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2893EE-71D8-997E-4CC5-A030AA5C6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67559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78</TotalTime>
  <Words>215</Words>
  <Application>Microsoft Macintosh PowerPoint</Application>
  <PresentationFormat>Widescreen</PresentationFormat>
  <Paragraphs>45</Paragraphs>
  <Slides>8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 Light</vt:lpstr>
      <vt:lpstr>Rockwell</vt:lpstr>
      <vt:lpstr>Wingdings</vt:lpstr>
      <vt:lpstr>Atlas</vt:lpstr>
      <vt:lpstr>Artificial Intelligence</vt:lpstr>
      <vt:lpstr>Group members</vt:lpstr>
      <vt:lpstr>Introduction </vt:lpstr>
      <vt:lpstr>Evolution of U.S. AI Regulation</vt:lpstr>
      <vt:lpstr>Evolution of U.S. AI Regulation</vt:lpstr>
      <vt:lpstr>The AI Regulation Debate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 Rodriguez Bogota</dc:creator>
  <cp:lastModifiedBy>Natalia Rodriguez Bogota</cp:lastModifiedBy>
  <cp:revision>2</cp:revision>
  <dcterms:created xsi:type="dcterms:W3CDTF">2026-10-21T08:06:45Z</dcterms:created>
  <dcterms:modified xsi:type="dcterms:W3CDTF">2026-10-21T09:25:38Z</dcterms:modified>
</cp:coreProperties>
</file>